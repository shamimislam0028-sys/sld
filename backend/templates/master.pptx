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sldIdLst>
    <p:sldId id="2564" r:id="rId2"/>
    <p:sldId id="3193" r:id="rId3"/>
    <p:sldId id="2567" r:id="rId4"/>
    <p:sldId id="3194" r:id="rId5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Hind Siliguri" panose="02000000000000000000" pitchFamily="2" charset="0"/>
      <p:regular r:id="rId11"/>
      <p:bold r:id="rId12"/>
    </p:embeddedFont>
    <p:embeddedFont>
      <p:font typeface="Hind Siliguri Bold" panose="02000000000000000000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1C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7" autoAdjust="0"/>
    <p:restoredTop sz="94622" autoAdjust="0"/>
  </p:normalViewPr>
  <p:slideViewPr>
    <p:cSldViewPr>
      <p:cViewPr varScale="1">
        <p:scale>
          <a:sx n="72" d="100"/>
          <a:sy n="72" d="100"/>
        </p:scale>
        <p:origin x="40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D22F85D4-47D0-D9B1-5DE6-D99B5AF3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>
            <a:extLst>
              <a:ext uri="{FF2B5EF4-FFF2-40B4-BE49-F238E27FC236}">
                <a16:creationId xmlns:a16="http://schemas.microsoft.com/office/drawing/2014/main" id="{8B456C62-DB8F-1BE6-BCFE-CB6B7EAD6C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4:notes">
            <a:extLst>
              <a:ext uri="{FF2B5EF4-FFF2-40B4-BE49-F238E27FC236}">
                <a16:creationId xmlns:a16="http://schemas.microsoft.com/office/drawing/2014/main" id="{5A305275-9AE5-DF27-0F3D-9AF634C77A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5195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C4863D98-DDDF-23D3-54A2-2983339B8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>
            <a:extLst>
              <a:ext uri="{FF2B5EF4-FFF2-40B4-BE49-F238E27FC236}">
                <a16:creationId xmlns:a16="http://schemas.microsoft.com/office/drawing/2014/main" id="{48283B49-84FA-37F7-7C49-3018252CF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4:notes">
            <a:extLst>
              <a:ext uri="{FF2B5EF4-FFF2-40B4-BE49-F238E27FC236}">
                <a16:creationId xmlns:a16="http://schemas.microsoft.com/office/drawing/2014/main" id="{32E2C34F-9FB4-D16C-B1CA-4C3169434B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059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CE084C40-FA6E-0A69-10E0-58BEC017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>
            <a:extLst>
              <a:ext uri="{FF2B5EF4-FFF2-40B4-BE49-F238E27FC236}">
                <a16:creationId xmlns:a16="http://schemas.microsoft.com/office/drawing/2014/main" id="{E3E65B9B-99C1-17F6-3AF2-645945356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4:notes">
            <a:extLst>
              <a:ext uri="{FF2B5EF4-FFF2-40B4-BE49-F238E27FC236}">
                <a16:creationId xmlns:a16="http://schemas.microsoft.com/office/drawing/2014/main" id="{B0782756-5123-16D5-2875-8C403E258D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5263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68D2F5D9-5A42-C3D5-0A1D-817F3185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>
            <a:extLst>
              <a:ext uri="{FF2B5EF4-FFF2-40B4-BE49-F238E27FC236}">
                <a16:creationId xmlns:a16="http://schemas.microsoft.com/office/drawing/2014/main" id="{12325A1C-3E63-6AE3-3446-55A519386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4:notes">
            <a:extLst>
              <a:ext uri="{FF2B5EF4-FFF2-40B4-BE49-F238E27FC236}">
                <a16:creationId xmlns:a16="http://schemas.microsoft.com/office/drawing/2014/main" id="{6D4DD958-3173-FC4A-0EDA-9539EA06C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44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2">
            <a:extLst>
              <a:ext uri="{FF2B5EF4-FFF2-40B4-BE49-F238E27FC236}">
                <a16:creationId xmlns:a16="http://schemas.microsoft.com/office/drawing/2014/main" id="{480B8FCE-DF9E-D1BC-9846-FB6E49F6A163}"/>
              </a:ext>
            </a:extLst>
          </p:cNvPr>
          <p:cNvSpPr txBox="1"/>
          <p:nvPr userDrawn="1"/>
        </p:nvSpPr>
        <p:spPr>
          <a:xfrm>
            <a:off x="1784454" y="876300"/>
            <a:ext cx="278754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Subject Name</a:t>
            </a:r>
            <a:endParaRPr lang="bn-IN" sz="2000" b="1" dirty="0">
              <a:solidFill>
                <a:srgbClr val="FFFFFF"/>
              </a:solidFill>
              <a:latin typeface="Hind Siliguri Bold"/>
              <a:ea typeface="Hind Siliguri Bold"/>
              <a:cs typeface="Hind Siliguri Bold"/>
              <a:sym typeface="Hind Siliguri Bold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168488-A169-4DEE-A7E3-EFDCDCBCE710}"/>
              </a:ext>
            </a:extLst>
          </p:cNvPr>
          <p:cNvSpPr/>
          <p:nvPr userDrawn="1"/>
        </p:nvSpPr>
        <p:spPr>
          <a:xfrm>
            <a:off x="533400" y="571500"/>
            <a:ext cx="10668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5F60AE-9DDF-4D0B-B3BA-3500622B1AF7}"/>
              </a:ext>
            </a:extLst>
          </p:cNvPr>
          <p:cNvSpPr/>
          <p:nvPr userDrawn="1"/>
        </p:nvSpPr>
        <p:spPr>
          <a:xfrm>
            <a:off x="14249400" y="571500"/>
            <a:ext cx="12954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Course Mnemonic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8F7A2C-AD77-20FD-A70F-A846567DEF6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8B7117EA-7B19-4488-A609-7D103C2F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14">
            <a:extLst>
              <a:ext uri="{FF2B5EF4-FFF2-40B4-BE49-F238E27FC236}">
                <a16:creationId xmlns:a16="http://schemas.microsoft.com/office/drawing/2014/main" id="{EF4E2130-8624-B81D-93A0-EBD1B212CA12}"/>
              </a:ext>
            </a:extLst>
          </p:cNvPr>
          <p:cNvCxnSpPr/>
          <p:nvPr/>
        </p:nvCxnSpPr>
        <p:spPr>
          <a:xfrm>
            <a:off x="12335334" y="460375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4">
            <a:extLst>
              <a:ext uri="{FF2B5EF4-FFF2-40B4-BE49-F238E27FC236}">
                <a16:creationId xmlns:a16="http://schemas.microsoft.com/office/drawing/2014/main" id="{46709E35-19A7-B053-CF18-74CFC7714C92}"/>
              </a:ext>
            </a:extLst>
          </p:cNvPr>
          <p:cNvCxnSpPr/>
          <p:nvPr/>
        </p:nvCxnSpPr>
        <p:spPr>
          <a:xfrm rot="10800000" flipH="1">
            <a:off x="11284036" y="3320938"/>
            <a:ext cx="972533" cy="59701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23526B87-37B2-17D7-9417-DED73923EB84}"/>
              </a:ext>
            </a:extLst>
          </p:cNvPr>
          <p:cNvSpPr/>
          <p:nvPr/>
        </p:nvSpPr>
        <p:spPr>
          <a:xfrm>
            <a:off x="3043238" y="572571"/>
            <a:ext cx="12201525" cy="13716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MCQ 1</a:t>
            </a:r>
            <a:endParaRPr sz="2100" b="1" dirty="0">
              <a:solidFill>
                <a:schemeClr val="lt1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4172C230-3D07-2A81-3DA7-6CAC21F3097C}"/>
              </a:ext>
            </a:extLst>
          </p:cNvPr>
          <p:cNvSpPr/>
          <p:nvPr/>
        </p:nvSpPr>
        <p:spPr>
          <a:xfrm>
            <a:off x="1355272" y="1900219"/>
            <a:ext cx="15708085" cy="201773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lvl="0"/>
            <a:r>
              <a:rPr lang="as-IN" sz="4000" b="1" dirty="0">
                <a:solidFill>
                  <a:srgbClr val="FFC000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ব্রিটিশ ইস্ট ইন্ডিয়া কোম্পানি গঠিত হয় কত সালে?</a:t>
            </a:r>
            <a:endParaRPr lang="bn-IN" sz="4000" b="1" dirty="0">
              <a:solidFill>
                <a:srgbClr val="FFC000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204" name="Google Shape;204;p14">
            <a:extLst>
              <a:ext uri="{FF2B5EF4-FFF2-40B4-BE49-F238E27FC236}">
                <a16:creationId xmlns:a16="http://schemas.microsoft.com/office/drawing/2014/main" id="{14D8E586-D7E5-72B8-9099-28FB7D263518}"/>
              </a:ext>
            </a:extLst>
          </p:cNvPr>
          <p:cNvGrpSpPr/>
          <p:nvPr/>
        </p:nvGrpSpPr>
        <p:grpSpPr>
          <a:xfrm>
            <a:off x="9892498" y="4095347"/>
            <a:ext cx="7170859" cy="4983340"/>
            <a:chOff x="22978418" y="6943724"/>
            <a:chExt cx="12721070" cy="9658351"/>
          </a:xfrm>
        </p:grpSpPr>
        <p:grpSp>
          <p:nvGrpSpPr>
            <p:cNvPr id="205" name="Google Shape;205;p14">
              <a:extLst>
                <a:ext uri="{FF2B5EF4-FFF2-40B4-BE49-F238E27FC236}">
                  <a16:creationId xmlns:a16="http://schemas.microsoft.com/office/drawing/2014/main" id="{935553D9-0D4A-08B5-7689-3452266C0CF8}"/>
                </a:ext>
              </a:extLst>
            </p:cNvPr>
            <p:cNvGrpSpPr/>
            <p:nvPr/>
          </p:nvGrpSpPr>
          <p:grpSpPr>
            <a:xfrm>
              <a:off x="22978418" y="6943724"/>
              <a:ext cx="12663920" cy="2200275"/>
              <a:chOff x="22892693" y="8543924"/>
              <a:chExt cx="12663920" cy="2200275"/>
            </a:xfrm>
          </p:grpSpPr>
          <p:sp>
            <p:nvSpPr>
              <p:cNvPr id="206" name="Google Shape;206;p14">
                <a:extLst>
                  <a:ext uri="{FF2B5EF4-FFF2-40B4-BE49-F238E27FC236}">
                    <a16:creationId xmlns:a16="http://schemas.microsoft.com/office/drawing/2014/main" id="{8EF3AE95-782A-939C-3323-D4661105FDFF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১৫০০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07" name="Google Shape;207;p14">
                <a:extLst>
                  <a:ext uri="{FF2B5EF4-FFF2-40B4-BE49-F238E27FC236}">
                    <a16:creationId xmlns:a16="http://schemas.microsoft.com/office/drawing/2014/main" id="{AB515557-FABA-BA47-70E0-9776A7240662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 dirty="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ক</a:t>
                </a:r>
                <a:endParaRPr sz="9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oogle Shape;208;p14">
              <a:extLst>
                <a:ext uri="{FF2B5EF4-FFF2-40B4-BE49-F238E27FC236}">
                  <a16:creationId xmlns:a16="http://schemas.microsoft.com/office/drawing/2014/main" id="{022FCA26-832E-D545-8A55-6DFBC8D72B0B}"/>
                </a:ext>
              </a:extLst>
            </p:cNvPr>
            <p:cNvGrpSpPr/>
            <p:nvPr/>
          </p:nvGrpSpPr>
          <p:grpSpPr>
            <a:xfrm>
              <a:off x="23035568" y="9447991"/>
              <a:ext cx="12663920" cy="2200275"/>
              <a:chOff x="22892693" y="8543924"/>
              <a:chExt cx="12663920" cy="2200275"/>
            </a:xfrm>
          </p:grpSpPr>
          <p:sp>
            <p:nvSpPr>
              <p:cNvPr id="209" name="Google Shape;209;p14">
                <a:extLst>
                  <a:ext uri="{FF2B5EF4-FFF2-40B4-BE49-F238E27FC236}">
                    <a16:creationId xmlns:a16="http://schemas.microsoft.com/office/drawing/2014/main" id="{C6D0DE29-44D2-C0A1-8AA1-BE0FC9DE7C41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১৬০০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0" name="Google Shape;210;p14">
                <a:extLst>
                  <a:ext uri="{FF2B5EF4-FFF2-40B4-BE49-F238E27FC236}">
                    <a16:creationId xmlns:a16="http://schemas.microsoft.com/office/drawing/2014/main" id="{B60F7ACB-E660-FEE5-E830-29952DB9F013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খ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Google Shape;211;p14">
              <a:extLst>
                <a:ext uri="{FF2B5EF4-FFF2-40B4-BE49-F238E27FC236}">
                  <a16:creationId xmlns:a16="http://schemas.microsoft.com/office/drawing/2014/main" id="{33F23658-5BB3-053B-70D3-34A5C5C4BF72}"/>
                </a:ext>
              </a:extLst>
            </p:cNvPr>
            <p:cNvGrpSpPr/>
            <p:nvPr/>
          </p:nvGrpSpPr>
          <p:grpSpPr>
            <a:xfrm>
              <a:off x="23006993" y="11952258"/>
              <a:ext cx="12663920" cy="2200275"/>
              <a:chOff x="22892693" y="8543924"/>
              <a:chExt cx="12663920" cy="2200275"/>
            </a:xfrm>
          </p:grpSpPr>
          <p:sp>
            <p:nvSpPr>
              <p:cNvPr id="212" name="Google Shape;212;p14">
                <a:extLst>
                  <a:ext uri="{FF2B5EF4-FFF2-40B4-BE49-F238E27FC236}">
                    <a16:creationId xmlns:a16="http://schemas.microsoft.com/office/drawing/2014/main" id="{B5614211-0A09-1407-707F-53A220184ABD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১৬১০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3" name="Google Shape;213;p14">
                <a:extLst>
                  <a:ext uri="{FF2B5EF4-FFF2-40B4-BE49-F238E27FC236}">
                    <a16:creationId xmlns:a16="http://schemas.microsoft.com/office/drawing/2014/main" id="{AF1EC13A-AB17-EBDC-F47C-C1127C08B42C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গ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4" name="Google Shape;214;p14">
              <a:extLst>
                <a:ext uri="{FF2B5EF4-FFF2-40B4-BE49-F238E27FC236}">
                  <a16:creationId xmlns:a16="http://schemas.microsoft.com/office/drawing/2014/main" id="{458C92BF-A212-5E2E-3C5F-FBC3F5818A11}"/>
                </a:ext>
              </a:extLst>
            </p:cNvPr>
            <p:cNvGrpSpPr/>
            <p:nvPr/>
          </p:nvGrpSpPr>
          <p:grpSpPr>
            <a:xfrm>
              <a:off x="23006993" y="14401800"/>
              <a:ext cx="12663920" cy="2200275"/>
              <a:chOff x="22892693" y="8543924"/>
              <a:chExt cx="12663920" cy="2200275"/>
            </a:xfrm>
          </p:grpSpPr>
          <p:sp>
            <p:nvSpPr>
              <p:cNvPr id="215" name="Google Shape;215;p14">
                <a:extLst>
                  <a:ext uri="{FF2B5EF4-FFF2-40B4-BE49-F238E27FC236}">
                    <a16:creationId xmlns:a16="http://schemas.microsoft.com/office/drawing/2014/main" id="{F3C225F1-0B6F-CB33-36E5-9A331B7D9A93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১৭০০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6" name="Google Shape;216;p14">
                <a:extLst>
                  <a:ext uri="{FF2B5EF4-FFF2-40B4-BE49-F238E27FC236}">
                    <a16:creationId xmlns:a16="http://schemas.microsoft.com/office/drawing/2014/main" id="{7889AFCD-452F-EC1A-8427-40559A5C80CF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ঘ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5628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3E746646-CE84-57C3-AD00-C2B11B69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14">
            <a:extLst>
              <a:ext uri="{FF2B5EF4-FFF2-40B4-BE49-F238E27FC236}">
                <a16:creationId xmlns:a16="http://schemas.microsoft.com/office/drawing/2014/main" id="{0FFE7682-D79B-5684-E821-AED1ED8F3A97}"/>
              </a:ext>
            </a:extLst>
          </p:cNvPr>
          <p:cNvCxnSpPr/>
          <p:nvPr/>
        </p:nvCxnSpPr>
        <p:spPr>
          <a:xfrm>
            <a:off x="12335334" y="460375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4">
            <a:extLst>
              <a:ext uri="{FF2B5EF4-FFF2-40B4-BE49-F238E27FC236}">
                <a16:creationId xmlns:a16="http://schemas.microsoft.com/office/drawing/2014/main" id="{CE1FC7B2-4346-1D48-0BDB-AAD59EEBAB2A}"/>
              </a:ext>
            </a:extLst>
          </p:cNvPr>
          <p:cNvCxnSpPr/>
          <p:nvPr/>
        </p:nvCxnSpPr>
        <p:spPr>
          <a:xfrm rot="10800000" flipH="1">
            <a:off x="11284036" y="3320938"/>
            <a:ext cx="972533" cy="59701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9B3D6639-8075-0B5D-0926-04994EA7287A}"/>
              </a:ext>
            </a:extLst>
          </p:cNvPr>
          <p:cNvSpPr/>
          <p:nvPr/>
        </p:nvSpPr>
        <p:spPr>
          <a:xfrm>
            <a:off x="3043238" y="572571"/>
            <a:ext cx="12201525" cy="13716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MCQ 1</a:t>
            </a:r>
            <a:endParaRPr sz="2100" b="1" dirty="0">
              <a:solidFill>
                <a:schemeClr val="lt1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300D5CB6-1B5B-92B1-DC89-621B7E2054F9}"/>
              </a:ext>
            </a:extLst>
          </p:cNvPr>
          <p:cNvSpPr/>
          <p:nvPr/>
        </p:nvSpPr>
        <p:spPr>
          <a:xfrm>
            <a:off x="1355272" y="1900219"/>
            <a:ext cx="15708085" cy="201773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lvl="0"/>
            <a:r>
              <a:rPr lang="as-IN" sz="4000" b="1" dirty="0">
                <a:solidFill>
                  <a:srgbClr val="FFC000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ব্রিটিশ ইস্ট ইন্ডিয়া কোম্পানি গঠিত হয় কত সালে?</a:t>
            </a:r>
            <a:endParaRPr lang="bn-IN" sz="4000" b="1" dirty="0">
              <a:solidFill>
                <a:srgbClr val="FFC000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204" name="Google Shape;204;p14">
            <a:extLst>
              <a:ext uri="{FF2B5EF4-FFF2-40B4-BE49-F238E27FC236}">
                <a16:creationId xmlns:a16="http://schemas.microsoft.com/office/drawing/2014/main" id="{BD0464E3-58E4-EB86-E570-C1E3EC777C12}"/>
              </a:ext>
            </a:extLst>
          </p:cNvPr>
          <p:cNvGrpSpPr/>
          <p:nvPr/>
        </p:nvGrpSpPr>
        <p:grpSpPr>
          <a:xfrm>
            <a:off x="9892498" y="4095347"/>
            <a:ext cx="7170859" cy="4983340"/>
            <a:chOff x="22978418" y="6943724"/>
            <a:chExt cx="12721070" cy="9658351"/>
          </a:xfrm>
        </p:grpSpPr>
        <p:grpSp>
          <p:nvGrpSpPr>
            <p:cNvPr id="205" name="Google Shape;205;p14">
              <a:extLst>
                <a:ext uri="{FF2B5EF4-FFF2-40B4-BE49-F238E27FC236}">
                  <a16:creationId xmlns:a16="http://schemas.microsoft.com/office/drawing/2014/main" id="{97D7BD39-6718-59D7-2F53-BE45F17C04D9}"/>
                </a:ext>
              </a:extLst>
            </p:cNvPr>
            <p:cNvGrpSpPr/>
            <p:nvPr/>
          </p:nvGrpSpPr>
          <p:grpSpPr>
            <a:xfrm>
              <a:off x="22978418" y="6943724"/>
              <a:ext cx="12663920" cy="2200275"/>
              <a:chOff x="22892693" y="8543924"/>
              <a:chExt cx="12663920" cy="2200275"/>
            </a:xfrm>
          </p:grpSpPr>
          <p:sp>
            <p:nvSpPr>
              <p:cNvPr id="206" name="Google Shape;206;p14">
                <a:extLst>
                  <a:ext uri="{FF2B5EF4-FFF2-40B4-BE49-F238E27FC236}">
                    <a16:creationId xmlns:a16="http://schemas.microsoft.com/office/drawing/2014/main" id="{CCC7BCC6-6B39-2701-D161-2054B0F7BA24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১৫০০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07" name="Google Shape;207;p14">
                <a:extLst>
                  <a:ext uri="{FF2B5EF4-FFF2-40B4-BE49-F238E27FC236}">
                    <a16:creationId xmlns:a16="http://schemas.microsoft.com/office/drawing/2014/main" id="{54024747-612E-54A5-9D89-245D0A677FC6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 dirty="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ক</a:t>
                </a:r>
                <a:endParaRPr sz="9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oogle Shape;208;p14">
              <a:extLst>
                <a:ext uri="{FF2B5EF4-FFF2-40B4-BE49-F238E27FC236}">
                  <a16:creationId xmlns:a16="http://schemas.microsoft.com/office/drawing/2014/main" id="{07A3D0B3-23A0-CB5D-27C0-4DD57DD8C42F}"/>
                </a:ext>
              </a:extLst>
            </p:cNvPr>
            <p:cNvGrpSpPr/>
            <p:nvPr/>
          </p:nvGrpSpPr>
          <p:grpSpPr>
            <a:xfrm>
              <a:off x="23035568" y="9447991"/>
              <a:ext cx="12663920" cy="2200275"/>
              <a:chOff x="22892693" y="8543924"/>
              <a:chExt cx="12663920" cy="2200275"/>
            </a:xfrm>
          </p:grpSpPr>
          <p:sp>
            <p:nvSpPr>
              <p:cNvPr id="209" name="Google Shape;209;p14">
                <a:extLst>
                  <a:ext uri="{FF2B5EF4-FFF2-40B4-BE49-F238E27FC236}">
                    <a16:creationId xmlns:a16="http://schemas.microsoft.com/office/drawing/2014/main" id="{8BDF6B15-BA48-8F3C-EE77-9E43B06A5E41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১৬০০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0" name="Google Shape;210;p14">
                <a:extLst>
                  <a:ext uri="{FF2B5EF4-FFF2-40B4-BE49-F238E27FC236}">
                    <a16:creationId xmlns:a16="http://schemas.microsoft.com/office/drawing/2014/main" id="{A7D27195-7FC9-B79A-EC33-781561F39BB7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খ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Google Shape;211;p14">
              <a:extLst>
                <a:ext uri="{FF2B5EF4-FFF2-40B4-BE49-F238E27FC236}">
                  <a16:creationId xmlns:a16="http://schemas.microsoft.com/office/drawing/2014/main" id="{538E24E1-D692-582A-7535-F1FF157DA4D4}"/>
                </a:ext>
              </a:extLst>
            </p:cNvPr>
            <p:cNvGrpSpPr/>
            <p:nvPr/>
          </p:nvGrpSpPr>
          <p:grpSpPr>
            <a:xfrm>
              <a:off x="23006993" y="11952258"/>
              <a:ext cx="12663920" cy="2200275"/>
              <a:chOff x="22892693" y="8543924"/>
              <a:chExt cx="12663920" cy="2200275"/>
            </a:xfrm>
          </p:grpSpPr>
          <p:sp>
            <p:nvSpPr>
              <p:cNvPr id="212" name="Google Shape;212;p14">
                <a:extLst>
                  <a:ext uri="{FF2B5EF4-FFF2-40B4-BE49-F238E27FC236}">
                    <a16:creationId xmlns:a16="http://schemas.microsoft.com/office/drawing/2014/main" id="{0480A0A0-B709-1809-7715-9C1E72686307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১৬১০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3" name="Google Shape;213;p14">
                <a:extLst>
                  <a:ext uri="{FF2B5EF4-FFF2-40B4-BE49-F238E27FC236}">
                    <a16:creationId xmlns:a16="http://schemas.microsoft.com/office/drawing/2014/main" id="{8AF7E300-1C71-7D07-7ED3-923874AB0F17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গ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4" name="Google Shape;214;p14">
              <a:extLst>
                <a:ext uri="{FF2B5EF4-FFF2-40B4-BE49-F238E27FC236}">
                  <a16:creationId xmlns:a16="http://schemas.microsoft.com/office/drawing/2014/main" id="{7A187FCB-C147-13B2-5A16-A3CEE8B96867}"/>
                </a:ext>
              </a:extLst>
            </p:cNvPr>
            <p:cNvGrpSpPr/>
            <p:nvPr/>
          </p:nvGrpSpPr>
          <p:grpSpPr>
            <a:xfrm>
              <a:off x="23006993" y="14401800"/>
              <a:ext cx="12663920" cy="2200275"/>
              <a:chOff x="22892693" y="8543924"/>
              <a:chExt cx="12663920" cy="2200275"/>
            </a:xfrm>
          </p:grpSpPr>
          <p:sp>
            <p:nvSpPr>
              <p:cNvPr id="215" name="Google Shape;215;p14">
                <a:extLst>
                  <a:ext uri="{FF2B5EF4-FFF2-40B4-BE49-F238E27FC236}">
                    <a16:creationId xmlns:a16="http://schemas.microsoft.com/office/drawing/2014/main" id="{5AAA91F9-57CA-0DA9-BEB4-7CB0D540BD4E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১৭০০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6" name="Google Shape;216;p14">
                <a:extLst>
                  <a:ext uri="{FF2B5EF4-FFF2-40B4-BE49-F238E27FC236}">
                    <a16:creationId xmlns:a16="http://schemas.microsoft.com/office/drawing/2014/main" id="{904254A5-6A95-4DE4-708D-3A63E6A8195B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ঘ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6823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54D1B3D3-0F18-9D49-CFB5-5977EE6C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14">
            <a:extLst>
              <a:ext uri="{FF2B5EF4-FFF2-40B4-BE49-F238E27FC236}">
                <a16:creationId xmlns:a16="http://schemas.microsoft.com/office/drawing/2014/main" id="{D79D9649-8144-D889-A1C6-1EAC1F2925D9}"/>
              </a:ext>
            </a:extLst>
          </p:cNvPr>
          <p:cNvCxnSpPr/>
          <p:nvPr/>
        </p:nvCxnSpPr>
        <p:spPr>
          <a:xfrm>
            <a:off x="12335334" y="460375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4">
            <a:extLst>
              <a:ext uri="{FF2B5EF4-FFF2-40B4-BE49-F238E27FC236}">
                <a16:creationId xmlns:a16="http://schemas.microsoft.com/office/drawing/2014/main" id="{6719BB56-439D-579D-2A02-26726CC169CB}"/>
              </a:ext>
            </a:extLst>
          </p:cNvPr>
          <p:cNvCxnSpPr/>
          <p:nvPr/>
        </p:nvCxnSpPr>
        <p:spPr>
          <a:xfrm rot="10800000" flipH="1">
            <a:off x="11284036" y="3320938"/>
            <a:ext cx="972533" cy="59701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BAC4FC76-0006-6DC8-6901-89382E55D41F}"/>
              </a:ext>
            </a:extLst>
          </p:cNvPr>
          <p:cNvSpPr/>
          <p:nvPr/>
        </p:nvSpPr>
        <p:spPr>
          <a:xfrm>
            <a:off x="3043238" y="572571"/>
            <a:ext cx="12201525" cy="13716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MCQ 2</a:t>
            </a:r>
            <a:endParaRPr sz="2100" b="1" dirty="0">
              <a:solidFill>
                <a:schemeClr val="lt1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19D8BDB4-C5F9-0134-BF3E-21479A63A745}"/>
              </a:ext>
            </a:extLst>
          </p:cNvPr>
          <p:cNvSpPr/>
          <p:nvPr/>
        </p:nvSpPr>
        <p:spPr>
          <a:xfrm>
            <a:off x="1355272" y="1900219"/>
            <a:ext cx="15708085" cy="201773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lvl="0"/>
            <a:r>
              <a:rPr lang="as-IN" sz="4000" b="1" dirty="0">
                <a:solidFill>
                  <a:srgbClr val="FFC000"/>
                </a:solidFill>
                <a:latin typeface="Hind Siliguri"/>
                <a:ea typeface="Hind Siliguri"/>
                <a:cs typeface="Hind Siliguri"/>
                <a:sym typeface="Hind Siliguri"/>
              </a:rPr>
              <a:t>'চিরস্থায়ী বন্দোবস্ত' কে প্রবর্তন করেন?</a:t>
            </a:r>
            <a:endParaRPr lang="bn-IN" sz="4000" b="1" dirty="0">
              <a:solidFill>
                <a:srgbClr val="FFC000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204" name="Google Shape;204;p14">
            <a:extLst>
              <a:ext uri="{FF2B5EF4-FFF2-40B4-BE49-F238E27FC236}">
                <a16:creationId xmlns:a16="http://schemas.microsoft.com/office/drawing/2014/main" id="{E9E37FEC-256A-C9F3-20E7-6D10422EB141}"/>
              </a:ext>
            </a:extLst>
          </p:cNvPr>
          <p:cNvGrpSpPr/>
          <p:nvPr/>
        </p:nvGrpSpPr>
        <p:grpSpPr>
          <a:xfrm>
            <a:off x="9892498" y="4095347"/>
            <a:ext cx="7170859" cy="4983340"/>
            <a:chOff x="22978418" y="6943724"/>
            <a:chExt cx="12721070" cy="9658351"/>
          </a:xfrm>
        </p:grpSpPr>
        <p:grpSp>
          <p:nvGrpSpPr>
            <p:cNvPr id="205" name="Google Shape;205;p14">
              <a:extLst>
                <a:ext uri="{FF2B5EF4-FFF2-40B4-BE49-F238E27FC236}">
                  <a16:creationId xmlns:a16="http://schemas.microsoft.com/office/drawing/2014/main" id="{3D1B5696-2B20-F033-ADAE-777CCFE8CD7E}"/>
                </a:ext>
              </a:extLst>
            </p:cNvPr>
            <p:cNvGrpSpPr/>
            <p:nvPr/>
          </p:nvGrpSpPr>
          <p:grpSpPr>
            <a:xfrm>
              <a:off x="22978418" y="6943724"/>
              <a:ext cx="12663920" cy="2200275"/>
              <a:chOff x="22892693" y="8543924"/>
              <a:chExt cx="12663920" cy="2200275"/>
            </a:xfrm>
          </p:grpSpPr>
          <p:sp>
            <p:nvSpPr>
              <p:cNvPr id="206" name="Google Shape;206;p14">
                <a:extLst>
                  <a:ext uri="{FF2B5EF4-FFF2-40B4-BE49-F238E27FC236}">
                    <a16:creationId xmlns:a16="http://schemas.microsoft.com/office/drawing/2014/main" id="{AB762C9B-3DCD-EA3A-DAB1-54EE000517E3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লর্ড কর্নওয়ালিশ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07" name="Google Shape;207;p14">
                <a:extLst>
                  <a:ext uri="{FF2B5EF4-FFF2-40B4-BE49-F238E27FC236}">
                    <a16:creationId xmlns:a16="http://schemas.microsoft.com/office/drawing/2014/main" id="{1715A1BF-3268-0305-1484-D780FBDCB772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 dirty="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ক</a:t>
                </a:r>
                <a:endParaRPr sz="9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oogle Shape;208;p14">
              <a:extLst>
                <a:ext uri="{FF2B5EF4-FFF2-40B4-BE49-F238E27FC236}">
                  <a16:creationId xmlns:a16="http://schemas.microsoft.com/office/drawing/2014/main" id="{17871B91-453E-D75A-A25B-510900447329}"/>
                </a:ext>
              </a:extLst>
            </p:cNvPr>
            <p:cNvGrpSpPr/>
            <p:nvPr/>
          </p:nvGrpSpPr>
          <p:grpSpPr>
            <a:xfrm>
              <a:off x="23035568" y="9447991"/>
              <a:ext cx="12663920" cy="2200275"/>
              <a:chOff x="22892693" y="8543924"/>
              <a:chExt cx="12663920" cy="2200275"/>
            </a:xfrm>
          </p:grpSpPr>
          <p:sp>
            <p:nvSpPr>
              <p:cNvPr id="209" name="Google Shape;209;p14">
                <a:extLst>
                  <a:ext uri="{FF2B5EF4-FFF2-40B4-BE49-F238E27FC236}">
                    <a16:creationId xmlns:a16="http://schemas.microsoft.com/office/drawing/2014/main" id="{0EE896CA-DF0E-9BCB-00C0-4F01FD73B8C7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লর্ড বেন্টিঙ্ক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0" name="Google Shape;210;p14">
                <a:extLst>
                  <a:ext uri="{FF2B5EF4-FFF2-40B4-BE49-F238E27FC236}">
                    <a16:creationId xmlns:a16="http://schemas.microsoft.com/office/drawing/2014/main" id="{9DED6DC0-3E6B-D027-C4FD-72E5407D0E77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খ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Google Shape;211;p14">
              <a:extLst>
                <a:ext uri="{FF2B5EF4-FFF2-40B4-BE49-F238E27FC236}">
                  <a16:creationId xmlns:a16="http://schemas.microsoft.com/office/drawing/2014/main" id="{EDEF332F-8D5B-5D05-94D7-509EDC07FFE7}"/>
                </a:ext>
              </a:extLst>
            </p:cNvPr>
            <p:cNvGrpSpPr/>
            <p:nvPr/>
          </p:nvGrpSpPr>
          <p:grpSpPr>
            <a:xfrm>
              <a:off x="23006993" y="11952258"/>
              <a:ext cx="12663920" cy="2200275"/>
              <a:chOff x="22892693" y="8543924"/>
              <a:chExt cx="12663920" cy="2200275"/>
            </a:xfrm>
          </p:grpSpPr>
          <p:sp>
            <p:nvSpPr>
              <p:cNvPr id="212" name="Google Shape;212;p14">
                <a:extLst>
                  <a:ext uri="{FF2B5EF4-FFF2-40B4-BE49-F238E27FC236}">
                    <a16:creationId xmlns:a16="http://schemas.microsoft.com/office/drawing/2014/main" id="{C14CCFED-BBA4-362A-797E-3374739824A0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লর্ড কার্জন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3" name="Google Shape;213;p14">
                <a:extLst>
                  <a:ext uri="{FF2B5EF4-FFF2-40B4-BE49-F238E27FC236}">
                    <a16:creationId xmlns:a16="http://schemas.microsoft.com/office/drawing/2014/main" id="{528D3A7C-3816-4FB7-4B66-E3C6651717AA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গ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4" name="Google Shape;214;p14">
              <a:extLst>
                <a:ext uri="{FF2B5EF4-FFF2-40B4-BE49-F238E27FC236}">
                  <a16:creationId xmlns:a16="http://schemas.microsoft.com/office/drawing/2014/main" id="{9B77949F-AFCD-92E1-89FB-15C628D8BDD5}"/>
                </a:ext>
              </a:extLst>
            </p:cNvPr>
            <p:cNvGrpSpPr/>
            <p:nvPr/>
          </p:nvGrpSpPr>
          <p:grpSpPr>
            <a:xfrm>
              <a:off x="23006993" y="14401800"/>
              <a:ext cx="12663920" cy="2200275"/>
              <a:chOff x="22892693" y="8543924"/>
              <a:chExt cx="12663920" cy="2200275"/>
            </a:xfrm>
          </p:grpSpPr>
          <p:sp>
            <p:nvSpPr>
              <p:cNvPr id="215" name="Google Shape;215;p14">
                <a:extLst>
                  <a:ext uri="{FF2B5EF4-FFF2-40B4-BE49-F238E27FC236}">
                    <a16:creationId xmlns:a16="http://schemas.microsoft.com/office/drawing/2014/main" id="{3EC2782C-C4BF-F6DF-4B3D-354E0A58034A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লর্ড ডালহৌসি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6" name="Google Shape;216;p14">
                <a:extLst>
                  <a:ext uri="{FF2B5EF4-FFF2-40B4-BE49-F238E27FC236}">
                    <a16:creationId xmlns:a16="http://schemas.microsoft.com/office/drawing/2014/main" id="{08E06D20-096B-3A38-313D-6F5647405B72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ঘ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9726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88E7E631-C89A-0EBB-0D2E-59FCB80B9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14">
            <a:extLst>
              <a:ext uri="{FF2B5EF4-FFF2-40B4-BE49-F238E27FC236}">
                <a16:creationId xmlns:a16="http://schemas.microsoft.com/office/drawing/2014/main" id="{85ADC2E1-A642-E00D-C3D6-DA9C2FF6D1F9}"/>
              </a:ext>
            </a:extLst>
          </p:cNvPr>
          <p:cNvCxnSpPr/>
          <p:nvPr/>
        </p:nvCxnSpPr>
        <p:spPr>
          <a:xfrm>
            <a:off x="12335334" y="460375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4">
            <a:extLst>
              <a:ext uri="{FF2B5EF4-FFF2-40B4-BE49-F238E27FC236}">
                <a16:creationId xmlns:a16="http://schemas.microsoft.com/office/drawing/2014/main" id="{4922B38F-AC11-74E7-9B66-7F529C8DE32F}"/>
              </a:ext>
            </a:extLst>
          </p:cNvPr>
          <p:cNvCxnSpPr/>
          <p:nvPr/>
        </p:nvCxnSpPr>
        <p:spPr>
          <a:xfrm rot="10800000" flipH="1">
            <a:off x="11284036" y="3320938"/>
            <a:ext cx="972533" cy="59701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A690E48E-87DF-769C-FE8C-D0284DF1C7C3}"/>
              </a:ext>
            </a:extLst>
          </p:cNvPr>
          <p:cNvSpPr/>
          <p:nvPr/>
        </p:nvSpPr>
        <p:spPr>
          <a:xfrm>
            <a:off x="3043238" y="572571"/>
            <a:ext cx="12201525" cy="13716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MCQ 2</a:t>
            </a:r>
            <a:endParaRPr sz="2100" b="1" dirty="0">
              <a:solidFill>
                <a:schemeClr val="lt1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3E7DB3F0-D74A-B69D-E076-04DA38E82584}"/>
              </a:ext>
            </a:extLst>
          </p:cNvPr>
          <p:cNvSpPr/>
          <p:nvPr/>
        </p:nvSpPr>
        <p:spPr>
          <a:xfrm>
            <a:off x="1355272" y="1900219"/>
            <a:ext cx="15708085" cy="201773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lvl="0"/>
            <a:r>
              <a:rPr lang="as-IN" sz="4000" b="1" dirty="0">
                <a:solidFill>
                  <a:srgbClr val="FFC000"/>
                </a:solidFill>
                <a:latin typeface="Hind Siliguri"/>
                <a:ea typeface="Hind Siliguri"/>
                <a:cs typeface="Hind Siliguri"/>
                <a:sym typeface="Hind Siliguri"/>
              </a:rPr>
              <a:t>'চিরস্থায়ী বন্দোবস্ত' কে প্রবর্তন করেন?</a:t>
            </a:r>
            <a:endParaRPr lang="bn-IN" sz="4000" b="1" dirty="0">
              <a:solidFill>
                <a:srgbClr val="FFC000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204" name="Google Shape;204;p14">
            <a:extLst>
              <a:ext uri="{FF2B5EF4-FFF2-40B4-BE49-F238E27FC236}">
                <a16:creationId xmlns:a16="http://schemas.microsoft.com/office/drawing/2014/main" id="{CDEEDA53-25D4-DE8D-3544-76312481BA5C}"/>
              </a:ext>
            </a:extLst>
          </p:cNvPr>
          <p:cNvGrpSpPr/>
          <p:nvPr/>
        </p:nvGrpSpPr>
        <p:grpSpPr>
          <a:xfrm>
            <a:off x="9892498" y="4095347"/>
            <a:ext cx="7170859" cy="4983340"/>
            <a:chOff x="22978418" y="6943724"/>
            <a:chExt cx="12721070" cy="9658351"/>
          </a:xfrm>
        </p:grpSpPr>
        <p:grpSp>
          <p:nvGrpSpPr>
            <p:cNvPr id="205" name="Google Shape;205;p14">
              <a:extLst>
                <a:ext uri="{FF2B5EF4-FFF2-40B4-BE49-F238E27FC236}">
                  <a16:creationId xmlns:a16="http://schemas.microsoft.com/office/drawing/2014/main" id="{B98149F0-6E8B-ADFE-DADE-81CF68775753}"/>
                </a:ext>
              </a:extLst>
            </p:cNvPr>
            <p:cNvGrpSpPr/>
            <p:nvPr/>
          </p:nvGrpSpPr>
          <p:grpSpPr>
            <a:xfrm>
              <a:off x="22978418" y="6943724"/>
              <a:ext cx="12663920" cy="2200275"/>
              <a:chOff x="22892693" y="8543924"/>
              <a:chExt cx="12663920" cy="2200275"/>
            </a:xfrm>
          </p:grpSpPr>
          <p:sp>
            <p:nvSpPr>
              <p:cNvPr id="206" name="Google Shape;206;p14">
                <a:extLst>
                  <a:ext uri="{FF2B5EF4-FFF2-40B4-BE49-F238E27FC236}">
                    <a16:creationId xmlns:a16="http://schemas.microsoft.com/office/drawing/2014/main" id="{7EAC58B6-E2FE-69EF-775C-9684009312D0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লর্ড কর্নওয়ালিশ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07" name="Google Shape;207;p14">
                <a:extLst>
                  <a:ext uri="{FF2B5EF4-FFF2-40B4-BE49-F238E27FC236}">
                    <a16:creationId xmlns:a16="http://schemas.microsoft.com/office/drawing/2014/main" id="{E158B4DE-BC93-540E-219F-5F41BF154D9F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 dirty="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ক</a:t>
                </a:r>
                <a:endParaRPr sz="9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oogle Shape;208;p14">
              <a:extLst>
                <a:ext uri="{FF2B5EF4-FFF2-40B4-BE49-F238E27FC236}">
                  <a16:creationId xmlns:a16="http://schemas.microsoft.com/office/drawing/2014/main" id="{37674AA9-677E-28FC-7727-738634FB4FBF}"/>
                </a:ext>
              </a:extLst>
            </p:cNvPr>
            <p:cNvGrpSpPr/>
            <p:nvPr/>
          </p:nvGrpSpPr>
          <p:grpSpPr>
            <a:xfrm>
              <a:off x="23035568" y="9447991"/>
              <a:ext cx="12663920" cy="2200275"/>
              <a:chOff x="22892693" y="8543924"/>
              <a:chExt cx="12663920" cy="2200275"/>
            </a:xfrm>
          </p:grpSpPr>
          <p:sp>
            <p:nvSpPr>
              <p:cNvPr id="209" name="Google Shape;209;p14">
                <a:extLst>
                  <a:ext uri="{FF2B5EF4-FFF2-40B4-BE49-F238E27FC236}">
                    <a16:creationId xmlns:a16="http://schemas.microsoft.com/office/drawing/2014/main" id="{798BC12D-72CB-8E6D-BF74-ECFD844D861B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লর্ড বেন্টিঙ্ক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0" name="Google Shape;210;p14">
                <a:extLst>
                  <a:ext uri="{FF2B5EF4-FFF2-40B4-BE49-F238E27FC236}">
                    <a16:creationId xmlns:a16="http://schemas.microsoft.com/office/drawing/2014/main" id="{BCDD4BAB-A788-FF40-9C7C-597C2BB4C738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খ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Google Shape;211;p14">
              <a:extLst>
                <a:ext uri="{FF2B5EF4-FFF2-40B4-BE49-F238E27FC236}">
                  <a16:creationId xmlns:a16="http://schemas.microsoft.com/office/drawing/2014/main" id="{D402020C-2565-0E11-C57F-32FB2B2180D4}"/>
                </a:ext>
              </a:extLst>
            </p:cNvPr>
            <p:cNvGrpSpPr/>
            <p:nvPr/>
          </p:nvGrpSpPr>
          <p:grpSpPr>
            <a:xfrm>
              <a:off x="23006993" y="11952258"/>
              <a:ext cx="12663920" cy="2200275"/>
              <a:chOff x="22892693" y="8543924"/>
              <a:chExt cx="12663920" cy="2200275"/>
            </a:xfrm>
          </p:grpSpPr>
          <p:sp>
            <p:nvSpPr>
              <p:cNvPr id="212" name="Google Shape;212;p14">
                <a:extLst>
                  <a:ext uri="{FF2B5EF4-FFF2-40B4-BE49-F238E27FC236}">
                    <a16:creationId xmlns:a16="http://schemas.microsoft.com/office/drawing/2014/main" id="{09181C2B-E274-9C20-A897-4D0257633375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লর্ড কার্জন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3" name="Google Shape;213;p14">
                <a:extLst>
                  <a:ext uri="{FF2B5EF4-FFF2-40B4-BE49-F238E27FC236}">
                    <a16:creationId xmlns:a16="http://schemas.microsoft.com/office/drawing/2014/main" id="{CA87850F-1750-3882-3698-46AE06E64CCA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গ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4" name="Google Shape;214;p14">
              <a:extLst>
                <a:ext uri="{FF2B5EF4-FFF2-40B4-BE49-F238E27FC236}">
                  <a16:creationId xmlns:a16="http://schemas.microsoft.com/office/drawing/2014/main" id="{E1AF2BA2-4BDA-1D76-0F77-C8E1DEAB806F}"/>
                </a:ext>
              </a:extLst>
            </p:cNvPr>
            <p:cNvGrpSpPr/>
            <p:nvPr/>
          </p:nvGrpSpPr>
          <p:grpSpPr>
            <a:xfrm>
              <a:off x="23006993" y="14401800"/>
              <a:ext cx="12663920" cy="2200275"/>
              <a:chOff x="22892693" y="8543924"/>
              <a:chExt cx="12663920" cy="2200275"/>
            </a:xfrm>
          </p:grpSpPr>
          <p:sp>
            <p:nvSpPr>
              <p:cNvPr id="215" name="Google Shape;215;p14">
                <a:extLst>
                  <a:ext uri="{FF2B5EF4-FFF2-40B4-BE49-F238E27FC236}">
                    <a16:creationId xmlns:a16="http://schemas.microsoft.com/office/drawing/2014/main" id="{BB796773-18D6-FAE5-10B9-E4278C4E2899}"/>
                  </a:ext>
                </a:extLst>
              </p:cNvPr>
              <p:cNvSpPr/>
              <p:nvPr/>
            </p:nvSpPr>
            <p:spPr>
              <a:xfrm>
                <a:off x="23865225" y="8543924"/>
                <a:ext cx="11691388" cy="2200275"/>
              </a:xfrm>
              <a:prstGeom prst="roundRect">
                <a:avLst>
                  <a:gd name="adj" fmla="val 16667"/>
                </a:avLst>
              </a:prstGeom>
              <a:solidFill>
                <a:srgbClr val="E2098D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lvl="0" algn="ctr"/>
                <a:r>
                  <a:rPr lang="as-IN" sz="3600" dirty="0">
                    <a:solidFill>
                      <a:srgbClr val="FFFFFF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লর্ড ডালহৌসি</a:t>
                </a:r>
                <a:endParaRPr lang="en-US" sz="3600" dirty="0">
                  <a:solidFill>
                    <a:srgbClr val="FFFFFF"/>
                  </a:solidFill>
                  <a:latin typeface="Hind Siliguri"/>
                  <a:ea typeface="Hind Siliguri"/>
                  <a:cs typeface="Hind Siliguri"/>
                  <a:sym typeface="Hind Siliguri"/>
                </a:endParaRPr>
              </a:p>
            </p:txBody>
          </p:sp>
          <p:sp>
            <p:nvSpPr>
              <p:cNvPr id="216" name="Google Shape;216;p14">
                <a:extLst>
                  <a:ext uri="{FF2B5EF4-FFF2-40B4-BE49-F238E27FC236}">
                    <a16:creationId xmlns:a16="http://schemas.microsoft.com/office/drawing/2014/main" id="{03CA5E63-99E9-5311-15D7-BA101F3B9932}"/>
                  </a:ext>
                </a:extLst>
              </p:cNvPr>
              <p:cNvSpPr/>
              <p:nvPr/>
            </p:nvSpPr>
            <p:spPr>
              <a:xfrm>
                <a:off x="22892693" y="8715375"/>
                <a:ext cx="1945065" cy="1771650"/>
              </a:xfrm>
              <a:prstGeom prst="flowChartConnector">
                <a:avLst/>
              </a:prstGeom>
              <a:solidFill>
                <a:srgbClr val="00206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algn="ctr"/>
                <a:r>
                  <a:rPr lang="en-US" sz="4400">
                    <a:solidFill>
                      <a:schemeClr val="bg1"/>
                    </a:solidFill>
                    <a:latin typeface="Hind Siliguri"/>
                    <a:ea typeface="Hind Siliguri"/>
                    <a:cs typeface="Hind Siliguri"/>
                    <a:sym typeface="Hind Siliguri"/>
                  </a:rPr>
                  <a:t>ঘ</a:t>
                </a:r>
                <a:endParaRPr sz="90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2391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3847</TotalTime>
  <Words>80</Words>
  <Application>Microsoft Office PowerPoint</Application>
  <PresentationFormat>Custom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Hind Siliguri Bold</vt:lpstr>
      <vt:lpstr>Calibri</vt:lpstr>
      <vt:lpstr>Hind Siliguri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L-2 LGPA25_ BGS_ch3.pptx</dc:title>
  <dc:creator>Shikho User</dc:creator>
  <cp:lastModifiedBy>A. K. M SHAMIMUL ISLAM</cp:lastModifiedBy>
  <cp:revision>72</cp:revision>
  <dcterms:created xsi:type="dcterms:W3CDTF">2006-08-16T00:00:00Z</dcterms:created>
  <dcterms:modified xsi:type="dcterms:W3CDTF">2026-06-29T15:30:28Z</dcterms:modified>
  <dc:identifier>DAGvqK3bCFQ</dc:identifier>
</cp:coreProperties>
</file>